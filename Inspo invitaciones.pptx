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B5AAE7-7287-4944-AC92-C700589402E3}" v="1" dt="2026-04-03T15:51:36.9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Margarita Posadas Adame" userId="3376b397-376f-4f5f-9f2d-d615306dc407" providerId="ADAL" clId="{F4D76B42-DCDD-401F-BA3B-D9EEA2DAE5B2}"/>
    <pc:docChg chg="modSld">
      <pc:chgData name="Ana Margarita Posadas Adame" userId="3376b397-376f-4f5f-9f2d-d615306dc407" providerId="ADAL" clId="{F4D76B42-DCDD-401F-BA3B-D9EEA2DAE5B2}" dt="2026-04-03T15:51:36.951" v="0" actId="478"/>
      <pc:docMkLst>
        <pc:docMk/>
      </pc:docMkLst>
      <pc:sldChg chg="delSp">
        <pc:chgData name="Ana Margarita Posadas Adame" userId="3376b397-376f-4f5f-9f2d-d615306dc407" providerId="ADAL" clId="{F4D76B42-DCDD-401F-BA3B-D9EEA2DAE5B2}" dt="2026-04-03T15:51:36.951" v="0" actId="478"/>
        <pc:sldMkLst>
          <pc:docMk/>
          <pc:sldMk cId="3131249180" sldId="258"/>
        </pc:sldMkLst>
        <pc:picChg chg="del">
          <ac:chgData name="Ana Margarita Posadas Adame" userId="3376b397-376f-4f5f-9f2d-d615306dc407" providerId="ADAL" clId="{F4D76B42-DCDD-401F-BA3B-D9EEA2DAE5B2}" dt="2026-04-03T15:51:36.951" v="0" actId="478"/>
          <ac:picMkLst>
            <pc:docMk/>
            <pc:sldMk cId="3131249180" sldId="258"/>
            <ac:picMk id="4" creationId="{EAD70029-FC1C-2E4E-165C-B7B39AA21437}"/>
          </ac:picMkLst>
        </pc:picChg>
        <pc:picChg chg="del">
          <ac:chgData name="Ana Margarita Posadas Adame" userId="3376b397-376f-4f5f-9f2d-d615306dc407" providerId="ADAL" clId="{F4D76B42-DCDD-401F-BA3B-D9EEA2DAE5B2}" dt="2026-04-03T15:51:36.951" v="0" actId="478"/>
          <ac:picMkLst>
            <pc:docMk/>
            <pc:sldMk cId="3131249180" sldId="258"/>
            <ac:picMk id="5" creationId="{236E542A-B3CD-52DA-C122-9297E96FAA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F6688-9DEC-82BD-65E0-09521A933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DF8FA8-3EA1-4821-1DA9-E1DBD62A6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413BAA-C3AA-B384-FD9C-77E33E6EE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FE1F-2E73-4AB1-B285-F01676E0D254}" type="datetimeFigureOut">
              <a:rPr lang="es-MX" smtClean="0"/>
              <a:t>03/04/2026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708B69-E9C3-3663-5924-8D4CB3D88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F134BA-89D2-E36C-2FBC-BEC908B8E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DD99-AB29-4911-9505-3C6E343E01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086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9AFE1-A82C-5437-521E-4D6167332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CAEB8C-D35E-8825-7F99-F3FB48257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3C8313-E209-0736-2EE5-5996ECB4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FE1F-2E73-4AB1-B285-F01676E0D254}" type="datetimeFigureOut">
              <a:rPr lang="es-MX" smtClean="0"/>
              <a:t>03/04/2026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1E90C7-6ECD-0A10-F331-D7944884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FC6F66-6709-6C62-141C-C81AF364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DD99-AB29-4911-9505-3C6E343E01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4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1DDA0-EAB3-9CCB-9DC9-77055CED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1E2993-CD99-B828-6167-FD2D027B0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78FAF-62A7-2D31-54EC-CADBEEE8C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FE1F-2E73-4AB1-B285-F01676E0D254}" type="datetimeFigureOut">
              <a:rPr lang="es-MX" smtClean="0"/>
              <a:t>03/04/2026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1580BB-8CDC-4125-E913-D33D85B55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202721-3353-268B-CF7D-A467020D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DD99-AB29-4911-9505-3C6E343E01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8709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91456D-18AC-B9D1-6342-A3E9697E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7005F2-E6BA-435F-2D47-E47D4E045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7BE0D9-8610-6ECB-1079-9ABA2B64B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A19711-26CD-6033-5918-4395AE20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FE1F-2E73-4AB1-B285-F01676E0D254}" type="datetimeFigureOut">
              <a:rPr lang="es-MX" smtClean="0"/>
              <a:t>03/04/2026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CEC15E-959A-E963-7558-8DA51AB8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13C696-A33D-96B6-7916-BC8ABBEE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DD99-AB29-4911-9505-3C6E343E01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148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A7F0F-CA17-0F9D-4703-F5ABFE1B7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129335-FB9E-2E0F-A05A-39101B1C3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B4B509D-5B47-85F0-5171-8024A759D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61B65F7-7074-A24B-D877-B8290A1990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EA8F3E-7664-488C-6FF8-E60FDA276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912CE05-FA2D-7DC6-C6B5-EE3B96558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FE1F-2E73-4AB1-B285-F01676E0D254}" type="datetimeFigureOut">
              <a:rPr lang="es-MX" smtClean="0"/>
              <a:t>03/04/2026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02E301-F64D-E60E-3A1C-233B5AB4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D9A8957-36F4-94C9-502A-2B08B8CBD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DD99-AB29-4911-9505-3C6E343E01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435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2C9F9-1129-A81A-83BB-E2FF1CDC2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BBEE91-95E0-2265-3AA0-26ADC8964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FE1F-2E73-4AB1-B285-F01676E0D254}" type="datetimeFigureOut">
              <a:rPr lang="es-MX" smtClean="0"/>
              <a:t>03/04/2026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7F3B32-E8C0-95F0-9410-53FCC739E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C8352A-948B-BFDE-E665-B8AB0D80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DD99-AB29-4911-9505-3C6E343E01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8632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512791-3FC0-AFB1-0E9F-92E99777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FE1F-2E73-4AB1-B285-F01676E0D254}" type="datetimeFigureOut">
              <a:rPr lang="es-MX" smtClean="0"/>
              <a:t>03/04/2026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8CA8D63-C2D8-3352-6DAC-F717C1659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F69A2E-4345-B23B-020C-2C6AFB78F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DD99-AB29-4911-9505-3C6E343E01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0216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BD269-8E0B-00FA-1264-7149CC34D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1DBACD-542E-22AC-5607-07F394E51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949C09-C041-8E9C-0D15-1154D8F6E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62CA1A-B0BF-714A-72FA-A5FF41852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FE1F-2E73-4AB1-B285-F01676E0D254}" type="datetimeFigureOut">
              <a:rPr lang="es-MX" smtClean="0"/>
              <a:t>03/04/2026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C1B14A-53C9-AFF8-F600-2B1AF457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1C722A-E6B1-48D4-3F99-5085BBE2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DD99-AB29-4911-9505-3C6E343E01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4583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4EC9A-01C8-F385-A9BB-C18C5EE09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D94673E-B547-359A-7017-70C44A385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67C53B-8FB6-A124-F5CE-C5BECB5C0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8E1286-DC6A-022E-552D-19149567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FE1F-2E73-4AB1-B285-F01676E0D254}" type="datetimeFigureOut">
              <a:rPr lang="es-MX" smtClean="0"/>
              <a:t>03/04/2026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34BC87-088A-5648-2837-79646B215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8D1171-1660-270A-B8D6-607E92D4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DD99-AB29-4911-9505-3C6E343E01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150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0140F-9604-29D1-E697-778AB2AAC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FECF38-D1BC-93B6-C6ED-EC7B9FA8A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F72496-A305-599D-D63D-242321816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FE1F-2E73-4AB1-B285-F01676E0D254}" type="datetimeFigureOut">
              <a:rPr lang="es-MX" smtClean="0"/>
              <a:t>03/04/2026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985535-7BED-15AE-D3D0-BDACF2A71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AF2A15-485F-89AC-2595-AB1421B8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DD99-AB29-4911-9505-3C6E343E01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7056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253829-4BB3-3293-D4D0-61877E484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C8F8F5-3829-5366-BF83-366E8BBC0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28A104-6B59-9077-037C-5888F1597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FE1F-2E73-4AB1-B285-F01676E0D254}" type="datetimeFigureOut">
              <a:rPr lang="es-MX" smtClean="0"/>
              <a:t>03/04/2026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C4EEEA-E294-ED08-0469-B0131356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938AF4-FA5C-E2E4-AC78-5ACA9090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0DD99-AB29-4911-9505-3C6E343E01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2591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0FD03FB-D7C0-4A97-7592-5BE54CA52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7735F0-F137-D8D5-E466-413B47486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CBC206-FE34-67BA-6077-DF7177E33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DFE1F-2E73-4AB1-B285-F01676E0D254}" type="datetimeFigureOut">
              <a:rPr lang="es-MX" smtClean="0"/>
              <a:t>03/04/2026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ED3266-1324-FA4A-ED06-0D9E402F5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B884AD-8873-F825-CBFF-D5B83DD4D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0DD99-AB29-4911-9505-3C6E343E01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774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C90F43-DFC6-B3F3-F22B-04CA09845E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5">
                    <a:lumMod val="75000"/>
                  </a:schemeClr>
                </a:solidFill>
              </a:rPr>
              <a:t>Inspo invitaciones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971FD5-0B12-4BE4-0A65-B6A63A884D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 Mar &amp; Mario</a:t>
            </a:r>
          </a:p>
        </p:txBody>
      </p:sp>
    </p:spTree>
    <p:extLst>
      <p:ext uri="{BB962C8B-B14F-4D97-AF65-F5344CB8AC3E}">
        <p14:creationId xmlns:p14="http://schemas.microsoft.com/office/powerpoint/2010/main" val="1142391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A992E-3B28-F913-CE5F-A24252BE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5"/>
                </a:solidFill>
              </a:rPr>
              <a:t>Paleta de Colores</a:t>
            </a:r>
          </a:p>
        </p:txBody>
      </p:sp>
      <p:pic>
        <p:nvPicPr>
          <p:cNvPr id="1026" name="Picture 2" descr="Imagen de Story Pin">
            <a:extLst>
              <a:ext uri="{FF2B5EF4-FFF2-40B4-BE49-F238E27FC236}">
                <a16:creationId xmlns:a16="http://schemas.microsoft.com/office/drawing/2014/main" id="{62073329-7118-D531-FC79-3F85DF77FF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43" y="1690688"/>
            <a:ext cx="244845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n de Story Pin">
            <a:extLst>
              <a:ext uri="{FF2B5EF4-FFF2-40B4-BE49-F238E27FC236}">
                <a16:creationId xmlns:a16="http://schemas.microsoft.com/office/drawing/2014/main" id="{1ECAA9F2-4C2B-C037-BBF6-3F266AF3A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831" y="1979290"/>
            <a:ext cx="2842517" cy="3553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n de Story Pin">
            <a:extLst>
              <a:ext uri="{FF2B5EF4-FFF2-40B4-BE49-F238E27FC236}">
                <a16:creationId xmlns:a16="http://schemas.microsoft.com/office/drawing/2014/main" id="{75977B62-B6F4-3C0E-B642-28712A818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13" y="1610777"/>
            <a:ext cx="3104168" cy="4137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95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13DC0-987F-DF1C-A113-B503F26EC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Página 1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AF1D86E-0162-09A2-C9AE-ABA9B6ED08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20" y="1794803"/>
            <a:ext cx="308831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9D67737-87BF-95DD-AAB5-CDCF28761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077" y="1944875"/>
            <a:ext cx="2603482" cy="462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9774AA6-6635-EBD3-FA6E-249C4E7682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71" b="8982"/>
          <a:stretch>
            <a:fillRect/>
          </a:stretch>
        </p:blipFill>
        <p:spPr bwMode="auto">
          <a:xfrm>
            <a:off x="6996399" y="2094947"/>
            <a:ext cx="2747320" cy="405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1868C31-6C27-12A0-C157-D645033E2F29}"/>
              </a:ext>
            </a:extLst>
          </p:cNvPr>
          <p:cNvSpPr txBox="1"/>
          <p:nvPr/>
        </p:nvSpPr>
        <p:spPr>
          <a:xfrm>
            <a:off x="4054733" y="190549"/>
            <a:ext cx="26034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dirty="0"/>
              <a:t>!Nos casamos!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Ana Mar &amp; Mario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7 de noviembre 2026</a:t>
            </a:r>
          </a:p>
          <a:p>
            <a:pPr marL="0" indent="0">
              <a:buNone/>
            </a:pPr>
            <a:r>
              <a:rPr lang="es-MX" dirty="0"/>
              <a:t>Tampico</a:t>
            </a:r>
          </a:p>
        </p:txBody>
      </p:sp>
    </p:spTree>
    <p:extLst>
      <p:ext uri="{BB962C8B-B14F-4D97-AF65-F5344CB8AC3E}">
        <p14:creationId xmlns:p14="http://schemas.microsoft.com/office/powerpoint/2010/main" val="3131249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E2977-99E9-74E5-4FF4-D30AEF4E4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5">
                    <a:lumMod val="75000"/>
                  </a:schemeClr>
                </a:solidFill>
              </a:rPr>
              <a:t>Página 2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D33C6A9-DAEB-4A00-456F-2FC9769714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017" y="1693879"/>
            <a:ext cx="3094389" cy="464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n de Story Pin">
            <a:extLst>
              <a:ext uri="{FF2B5EF4-FFF2-40B4-BE49-F238E27FC236}">
                <a16:creationId xmlns:a16="http://schemas.microsoft.com/office/drawing/2014/main" id="{DF9FA6FC-5192-14D6-3D79-420F7F963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3715820" cy="464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890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F3D74-4764-C970-4E45-BC75D9F4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5F474A-F679-484B-5DCA-D209CD8FD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7" y="1548223"/>
            <a:ext cx="6035211" cy="4277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400" dirty="0"/>
              <a:t>Ana Mar &amp; Mario</a:t>
            </a:r>
          </a:p>
          <a:p>
            <a:pPr marL="0" indent="0">
              <a:buNone/>
            </a:pPr>
            <a:r>
              <a:rPr lang="es-MX" sz="1400" dirty="0"/>
              <a:t>Nuestros padres: </a:t>
            </a:r>
          </a:p>
          <a:p>
            <a:pPr marL="0" indent="0">
              <a:buNone/>
            </a:pPr>
            <a:r>
              <a:rPr lang="es-MX" sz="1400" dirty="0"/>
              <a:t>Jaime Posadas Lara, Margarita Adame Legorreta</a:t>
            </a:r>
          </a:p>
          <a:p>
            <a:pPr marL="0" indent="0">
              <a:buNone/>
            </a:pPr>
            <a:r>
              <a:rPr lang="es-MX" sz="1400"/>
              <a:t>Mario Domínguez Reyes, </a:t>
            </a:r>
            <a:r>
              <a:rPr lang="es-MX" sz="1400" dirty="0"/>
              <a:t>Margarita Zubieta </a:t>
            </a:r>
            <a:r>
              <a:rPr lang="es-MX" sz="1400" dirty="0" err="1"/>
              <a:t>Casais</a:t>
            </a:r>
            <a:endParaRPr lang="es-MX" sz="1400" dirty="0"/>
          </a:p>
          <a:p>
            <a:pPr marL="0" indent="0">
              <a:buNone/>
            </a:pPr>
            <a:endParaRPr lang="es-MX" sz="1400" dirty="0"/>
          </a:p>
          <a:p>
            <a:pPr marL="0" indent="0">
              <a:buNone/>
            </a:pPr>
            <a:r>
              <a:rPr lang="es-MX" sz="1400" dirty="0"/>
              <a:t>Con mucha alegría los invitamos a celebrar nuestra unión en matrimonio.</a:t>
            </a:r>
          </a:p>
          <a:p>
            <a:pPr marL="0" indent="0">
              <a:buNone/>
            </a:pPr>
            <a:r>
              <a:rPr lang="es-MX" sz="1400" dirty="0"/>
              <a:t>Sábado 7 de noviembre 2026</a:t>
            </a:r>
          </a:p>
          <a:p>
            <a:pPr marL="0" indent="0">
              <a:buNone/>
            </a:pPr>
            <a:r>
              <a:rPr lang="es-MX" sz="1400" dirty="0"/>
              <a:t>Ceremonia religiosa: Catedral Tampico</a:t>
            </a:r>
          </a:p>
          <a:p>
            <a:pPr marL="0" indent="0">
              <a:buNone/>
            </a:pPr>
            <a:r>
              <a:rPr lang="es-MX" sz="1400" dirty="0"/>
              <a:t>Celebración: Salón de Club </a:t>
            </a:r>
            <a:r>
              <a:rPr lang="es-MX" sz="1400" dirty="0" err="1"/>
              <a:t>Maeva</a:t>
            </a:r>
            <a:r>
              <a:rPr lang="es-MX" sz="1400" dirty="0"/>
              <a:t> Miramar</a:t>
            </a:r>
          </a:p>
          <a:p>
            <a:pPr marL="0" indent="0">
              <a:buNone/>
            </a:pPr>
            <a:endParaRPr lang="es-MX" sz="1400" dirty="0"/>
          </a:p>
          <a:p>
            <a:pPr marL="0" indent="0">
              <a:buNone/>
            </a:pPr>
            <a:r>
              <a:rPr lang="es-MX" sz="1400" dirty="0"/>
              <a:t>Código de vestimenta: formal</a:t>
            </a:r>
          </a:p>
          <a:p>
            <a:pPr marL="0" indent="0">
              <a:buNone/>
            </a:pPr>
            <a:r>
              <a:rPr lang="es-MX" sz="1400" dirty="0"/>
              <a:t>Les recordamos que es un evento solo para adultos.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endParaRPr lang="es-MX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712287A-C02D-E913-540A-293DDD648E33}"/>
              </a:ext>
            </a:extLst>
          </p:cNvPr>
          <p:cNvSpPr txBox="1">
            <a:spLocks/>
          </p:cNvSpPr>
          <p:nvPr/>
        </p:nvSpPr>
        <p:spPr>
          <a:xfrm>
            <a:off x="322780" y="365125"/>
            <a:ext cx="20197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rgbClr val="FFCC66"/>
                </a:solidFill>
              </a:rPr>
              <a:t>1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72D6545-F58A-8CBD-8B0C-1B424A29128A}"/>
              </a:ext>
            </a:extLst>
          </p:cNvPr>
          <p:cNvSpPr txBox="1">
            <a:spLocks/>
          </p:cNvSpPr>
          <p:nvPr/>
        </p:nvSpPr>
        <p:spPr>
          <a:xfrm>
            <a:off x="6156789" y="1548223"/>
            <a:ext cx="6035211" cy="4277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1400" dirty="0"/>
              <a:t>RSVP 2 personas</a:t>
            </a:r>
          </a:p>
          <a:p>
            <a:pPr marL="0" indent="0">
              <a:buNone/>
            </a:pPr>
            <a:r>
              <a:rPr lang="es-MX" sz="1400" dirty="0"/>
              <a:t>Confirmar asistencia: LIGA</a:t>
            </a:r>
          </a:p>
          <a:p>
            <a:pPr marL="0" indent="0">
              <a:buNone/>
            </a:pPr>
            <a:endParaRPr lang="es-MX" sz="1400" dirty="0"/>
          </a:p>
          <a:p>
            <a:pPr marL="0" indent="0">
              <a:buNone/>
            </a:pPr>
            <a:r>
              <a:rPr lang="es-MX" sz="1400" dirty="0"/>
              <a:t>Sugerencia de regalo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MX" sz="1400" dirty="0"/>
              <a:t>Ana Margarita Posadas Adame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MX" sz="1400" dirty="0"/>
              <a:t>BBVA 2926747574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MX" sz="1400" dirty="0" err="1"/>
              <a:t>Clabe</a:t>
            </a:r>
            <a:r>
              <a:rPr lang="es-MX" sz="1400" dirty="0"/>
              <a:t> 012813029267475744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MX" sz="1400" dirty="0"/>
              <a:t>Concepto Nombre – regalo boda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endParaRPr lang="es-MX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E31D4B-A600-428F-B256-EC2533C8C09C}"/>
              </a:ext>
            </a:extLst>
          </p:cNvPr>
          <p:cNvSpPr txBox="1">
            <a:spLocks/>
          </p:cNvSpPr>
          <p:nvPr/>
        </p:nvSpPr>
        <p:spPr>
          <a:xfrm>
            <a:off x="6268092" y="365125"/>
            <a:ext cx="20197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rgbClr val="FFCC66"/>
                </a:solidFill>
              </a:rPr>
              <a:t>2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2C93680-63EB-5C4F-2575-AFD72038F340}"/>
              </a:ext>
            </a:extLst>
          </p:cNvPr>
          <p:cNvSpPr txBox="1">
            <a:spLocks/>
          </p:cNvSpPr>
          <p:nvPr/>
        </p:nvSpPr>
        <p:spPr>
          <a:xfrm>
            <a:off x="6399943" y="4195674"/>
            <a:ext cx="20197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rgbClr val="FFCC66"/>
                </a:solidFill>
              </a:rPr>
              <a:t>3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D04E5C60-F508-97EF-8BE9-AE14424FC69D}"/>
              </a:ext>
            </a:extLst>
          </p:cNvPr>
          <p:cNvSpPr txBox="1">
            <a:spLocks/>
          </p:cNvSpPr>
          <p:nvPr/>
        </p:nvSpPr>
        <p:spPr>
          <a:xfrm>
            <a:off x="6309189" y="5147353"/>
            <a:ext cx="2968375" cy="830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1400" dirty="0"/>
              <a:t>Itinerario</a:t>
            </a:r>
          </a:p>
        </p:txBody>
      </p:sp>
    </p:spTree>
    <p:extLst>
      <p:ext uri="{BB962C8B-B14F-4D97-AF65-F5344CB8AC3E}">
        <p14:creationId xmlns:p14="http://schemas.microsoft.com/office/powerpoint/2010/main" val="109451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351BD-FDC4-ACCC-894E-F2DFBDC4F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5">
                    <a:lumMod val="75000"/>
                  </a:schemeClr>
                </a:solidFill>
              </a:rPr>
              <a:t>Itinerario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EFFEF8D-0BD4-0997-300D-8953527D80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975" y="1253331"/>
            <a:ext cx="298064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EE134F17-607F-0B7B-13E3-322DDDA30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560" y="1495028"/>
            <a:ext cx="474345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A2BFD7B-2A92-87D7-56E6-F1EF3D343EF1}"/>
              </a:ext>
            </a:extLst>
          </p:cNvPr>
          <p:cNvSpPr txBox="1"/>
          <p:nvPr/>
        </p:nvSpPr>
        <p:spPr>
          <a:xfrm>
            <a:off x="838200" y="3883631"/>
            <a:ext cx="37112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/>
              <a:t>Viernes</a:t>
            </a:r>
          </a:p>
          <a:p>
            <a:r>
              <a:rPr lang="es-MX" dirty="0"/>
              <a:t>7:00 PM Rompehielos (</a:t>
            </a:r>
            <a:r>
              <a:rPr lang="es-MX" dirty="0" err="1"/>
              <a:t>Solarium</a:t>
            </a:r>
            <a:r>
              <a:rPr lang="es-MX" dirty="0"/>
              <a:t> de Club </a:t>
            </a:r>
            <a:r>
              <a:rPr lang="es-MX" dirty="0" err="1"/>
              <a:t>Maeva</a:t>
            </a:r>
            <a:r>
              <a:rPr lang="es-MX" dirty="0"/>
              <a:t> Miramar)</a:t>
            </a:r>
            <a:endParaRPr lang="es-MX" sz="1800" dirty="0"/>
          </a:p>
          <a:p>
            <a:endParaRPr lang="es-MX" dirty="0"/>
          </a:p>
          <a:p>
            <a:r>
              <a:rPr lang="es-MX" sz="1800" dirty="0"/>
              <a:t>Sábado</a:t>
            </a:r>
          </a:p>
          <a:p>
            <a:r>
              <a:rPr lang="es-MX" sz="1800" dirty="0"/>
              <a:t>3:10 PM Salida </a:t>
            </a:r>
            <a:r>
              <a:rPr lang="es-MX" sz="1800" dirty="0" err="1"/>
              <a:t>Maeva</a:t>
            </a:r>
            <a:endParaRPr lang="es-MX" sz="1800" dirty="0"/>
          </a:p>
          <a:p>
            <a:r>
              <a:rPr lang="es-MX" sz="1800" dirty="0"/>
              <a:t>4:00 PM Ceremonia religiosa</a:t>
            </a:r>
          </a:p>
          <a:p>
            <a:r>
              <a:rPr lang="es-MX" sz="1800" dirty="0"/>
              <a:t>5:30 PM Cóctel de bienvenida</a:t>
            </a:r>
          </a:p>
          <a:p>
            <a:r>
              <a:rPr lang="es-MX" sz="1800" dirty="0"/>
              <a:t>8:00 PM Cena</a:t>
            </a:r>
          </a:p>
        </p:txBody>
      </p:sp>
    </p:spTree>
    <p:extLst>
      <p:ext uri="{BB962C8B-B14F-4D97-AF65-F5344CB8AC3E}">
        <p14:creationId xmlns:p14="http://schemas.microsoft.com/office/powerpoint/2010/main" val="25563983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b12f818-7d26-4eab-9c63-bdc5e02b0fb1}" enabled="1" method="Privileged" siteId="{973ba820-4a58-4246-84bf-170e50b3152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147</Words>
  <Application>Microsoft Office PowerPoint</Application>
  <PresentationFormat>Panorámica</PresentationFormat>
  <Paragraphs>46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Inspo invitaciones</vt:lpstr>
      <vt:lpstr>Paleta de Colores</vt:lpstr>
      <vt:lpstr>Página 1</vt:lpstr>
      <vt:lpstr>Página 2</vt:lpstr>
      <vt:lpstr>Presentación de PowerPoint</vt:lpstr>
      <vt:lpstr>Itinerario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Margarita Posadas Adame</dc:creator>
  <cp:lastModifiedBy>Ana Margarita Posadas Adame</cp:lastModifiedBy>
  <cp:revision>2</cp:revision>
  <dcterms:created xsi:type="dcterms:W3CDTF">2026-04-02T21:54:08Z</dcterms:created>
  <dcterms:modified xsi:type="dcterms:W3CDTF">2026-04-03T15:51:39Z</dcterms:modified>
</cp:coreProperties>
</file>